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Buenos días. Mi trabajo es la evaluación del riesgo de incendio del Centro de Distribución de Tiendas D1 en Lebrija, Santander, con el método MESERI.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 un edificio de más de 17.000 metros cuadrados y 18 metros de altura. Tiene una bodega con estanterías de unos 10 metros, una cava de frío, muelles de cargue y un mezanine con oficinas y comedor.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método MESERI califica dos grupos de factores. El primero, X, son los factores propios del edificio, con un máximo de 129 puntos. El segundo, Y, son los medios de protección, con un máximo de 26. Se aplica la fórmula P igual a 5X sobre 129, más 5Y sobre 26, más 1 si hay brigada. El resultado va de 0 a 10, y desde 5 se considera aceptable.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los factores propios el CEDI obtuvo 57 de 129 puntos, es decir, el edificio por sí solo es desfavorable. A su favor tiene que la estación de bomberos de Lebrija está a solo 3,4 kilómetros, a 5 minutos, y que el acceso es amplio y pavimentado.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razones principales son cuatro. Primero, es un solo espacio de 17.000 metros cuadrados sin muros cortafuego. Segundo, la mercancía está apilada a unos 10 metros de altura. Tercero, tiene una carga térmica alta, por el cartón, el plástico y los alimentos. Y cuarto, la mercancía vale cerca de 500.000 millones de pesos, así que el calor y el humo la dañarían por completo. Todos estos factores tienen coeficiente 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protección le va muy bien: 22 de 26 puntos. Tiene rociadores automáticos en todo el edificio, que es lo que más suma, con 8 puntos. Además tiene detección automática, gabinetes contra incendio, un hidrante exterior y extintores señalizados. Todo cuenta con vigilancia permanente y mantenimiento.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 aplicar la fórmula: 5 por 57 sobre 129 da 2,21. 5 por 22 sobre 26 da 4,23. Y la brigada suma 0, porque el CEDI no tiene brigada contra incendios. El resultado es P igual a 6,44, que corresponde a un riesgo bueno. P es el coeficiente de protección contra incendios: va de 0 a 10, y mientras más alto, más seguro está el lugar.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conclusión, el edificio tiene condiciones de riesgo altas, pero sus sistemas de protección las compensan. Recomiendo tres cosas: conformar una brigada contra incendios, con la que el resultado subiría a 7,44; mantener las pruebas de los rociadores y del hidrante; y corregir el cableado expuesto de la cocina. Muchas gracias. (Si preguntan por qué todo es con vigilancia: porque el CEDI tiene personal de seguridad permanente en portería y los equipos reciben mantenimiento.)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iapositiva 1" descr="s-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iapositiva 2" descr="s-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iapositiva 3" descr="s-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iapositiva 4" descr="s-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iapositiva 5" descr="s-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iapositiva 6" descr="s-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iapositiva 7" descr="s-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Diapositiva 8" descr="s-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Evaluación de Riesgos de Incendio – Método MESERI – CEDI D1 Lebrija</dc:title>
  <dc:subject/>
  <dc:creator>Angely Tatiana Osorio Sánchez</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